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5A1E20-9AE7-4858-AE4F-86E2EABD8139}" v="18" dt="2022-01-24T05:54:59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 종선" userId="9552d315b4470d48" providerId="LiveId" clId="{0A5A1E20-9AE7-4858-AE4F-86E2EABD8139}"/>
    <pc:docChg chg="custSel modSld">
      <pc:chgData name="최 종선" userId="9552d315b4470d48" providerId="LiveId" clId="{0A5A1E20-9AE7-4858-AE4F-86E2EABD8139}" dt="2022-01-24T05:54:59.641" v="273" actId="20577"/>
      <pc:docMkLst>
        <pc:docMk/>
      </pc:docMkLst>
      <pc:sldChg chg="modSp mod">
        <pc:chgData name="최 종선" userId="9552d315b4470d48" providerId="LiveId" clId="{0A5A1E20-9AE7-4858-AE4F-86E2EABD8139}" dt="2022-01-24T05:52:08.625" v="147"/>
        <pc:sldMkLst>
          <pc:docMk/>
          <pc:sldMk cId="2467488340" sldId="257"/>
        </pc:sldMkLst>
        <pc:spChg chg="mod">
          <ac:chgData name="최 종선" userId="9552d315b4470d48" providerId="LiveId" clId="{0A5A1E20-9AE7-4858-AE4F-86E2EABD8139}" dt="2022-01-24T05:52:08.625" v="147"/>
          <ac:spMkLst>
            <pc:docMk/>
            <pc:sldMk cId="2467488340" sldId="257"/>
            <ac:spMk id="3" creationId="{CE4D01CC-9259-4D50-BEE8-E3F1BB5F7613}"/>
          </ac:spMkLst>
        </pc:spChg>
      </pc:sldChg>
      <pc:sldChg chg="modSp mod">
        <pc:chgData name="최 종선" userId="9552d315b4470d48" providerId="LiveId" clId="{0A5A1E20-9AE7-4858-AE4F-86E2EABD8139}" dt="2022-01-24T05:54:59.641" v="273" actId="20577"/>
        <pc:sldMkLst>
          <pc:docMk/>
          <pc:sldMk cId="1793912343" sldId="258"/>
        </pc:sldMkLst>
        <pc:spChg chg="mod">
          <ac:chgData name="최 종선" userId="9552d315b4470d48" providerId="LiveId" clId="{0A5A1E20-9AE7-4858-AE4F-86E2EABD8139}" dt="2022-01-24T05:54:59.641" v="273" actId="20577"/>
          <ac:spMkLst>
            <pc:docMk/>
            <pc:sldMk cId="1793912343" sldId="258"/>
            <ac:spMk id="3" creationId="{CE4D01CC-9259-4D50-BEE8-E3F1BB5F76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/>
          <a:lstStyle>
            <a:lvl1pPr algn="l">
              <a:lnSpc>
                <a:spcPct val="100000"/>
              </a:lnSpc>
              <a:defRPr sz="4800" cap="none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08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81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3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7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3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2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7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625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9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1/24/2022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704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000" b="1" kern="1200" spc="7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5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0" kern="1200" spc="5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5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0" kern="1200" spc="5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4DE524F2-C7AF-4466-BA99-09C19DE0D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3" descr="흰색과 칠판에 한 노란색 종이 비행기">
            <a:extLst>
              <a:ext uri="{FF2B5EF4-FFF2-40B4-BE49-F238E27FC236}">
                <a16:creationId xmlns:a16="http://schemas.microsoft.com/office/drawing/2014/main" id="{36FF632B-9334-4DB9-A059-055F0A9BAB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81" b="13349"/>
          <a:stretch/>
        </p:blipFill>
        <p:spPr>
          <a:xfrm>
            <a:off x="20" y="-3"/>
            <a:ext cx="12191979" cy="6858004"/>
          </a:xfrm>
          <a:prstGeom prst="rect">
            <a:avLst/>
          </a:prstGeom>
        </p:spPr>
      </p:pic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904E317E-14BB-4200-84F3-2064B4C97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F94A24-8152-43C5-86F3-5CC95D80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5EEF53-C726-4A5F-B1BE-1F8107FA4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101"/>
            <a:ext cx="4953000" cy="2247899"/>
          </a:xfrm>
        </p:spPr>
        <p:txBody>
          <a:bodyPr anchor="t">
            <a:normAutofit/>
          </a:bodyPr>
          <a:lstStyle/>
          <a:p>
            <a:r>
              <a:rPr lang="ko-KR" altLang="en-US">
                <a:solidFill>
                  <a:srgbClr val="FFFFFF"/>
                </a:solidFill>
              </a:rPr>
              <a:t>최종 과제</a:t>
            </a:r>
          </a:p>
        </p:txBody>
      </p:sp>
    </p:spTree>
    <p:extLst>
      <p:ext uri="{BB962C8B-B14F-4D97-AF65-F5344CB8AC3E}">
        <p14:creationId xmlns:p14="http://schemas.microsoft.com/office/powerpoint/2010/main" val="155459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92587B-3C98-437A-9A3E-D3B7C3EB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3700"/>
              <a:t>다음 이미지와 같이 갤러리 게시판을 완성하세요</a:t>
            </a:r>
            <a:r>
              <a:rPr lang="en-US" altLang="ko-KR" sz="3700"/>
              <a:t>.</a:t>
            </a:r>
            <a:endParaRPr lang="ko-KR" altLang="en-US" sz="37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D01CC-9259-4D50-BEE8-E3F1BB5F7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4953000" cy="3567118"/>
          </a:xfrm>
        </p:spPr>
        <p:txBody>
          <a:bodyPr anchor="t">
            <a:normAutofit fontScale="85000" lnSpcReduction="10000"/>
          </a:bodyPr>
          <a:lstStyle/>
          <a:p>
            <a:r>
              <a:rPr lang="ko-KR" altLang="en-US"/>
              <a:t>게시물 목록에 출력될 이미지는 게시물 등록시 제공되는 </a:t>
            </a:r>
            <a:r>
              <a:rPr lang="en-US" altLang="ko-KR"/>
              <a:t>2</a:t>
            </a:r>
            <a:r>
              <a:rPr lang="ko-KR" altLang="en-US"/>
              <a:t>개의 </a:t>
            </a:r>
            <a:r>
              <a:rPr lang="en-US" altLang="ko-KR"/>
              <a:t>file </a:t>
            </a:r>
            <a:r>
              <a:rPr lang="ko-KR" altLang="en-US"/>
              <a:t>태그에서 첫번째 파일로 처리하세요</a:t>
            </a:r>
            <a:r>
              <a:rPr lang="en-US" altLang="ko-KR"/>
              <a:t>.</a:t>
            </a:r>
          </a:p>
          <a:p>
            <a:r>
              <a:rPr lang="ko-KR" altLang="en-US"/>
              <a:t>게시물 출력 시 사용할 타임리프 </a:t>
            </a:r>
            <a:r>
              <a:rPr lang="en-US" altLang="ko-KR"/>
              <a:t>HTML </a:t>
            </a:r>
            <a:r>
              <a:rPr lang="ko-KR" altLang="en-US"/>
              <a:t>파일은 첨부된 </a:t>
            </a:r>
            <a:r>
              <a:rPr lang="en-US" altLang="ko-KR"/>
              <a:t>gallery.html (</a:t>
            </a:r>
            <a:r>
              <a:rPr lang="ko-KR" altLang="en-US"/>
              <a:t>반복문과 기타 타임리프 태그는 작성된 코드를 활용하셔도 되고</a:t>
            </a:r>
            <a:r>
              <a:rPr lang="en-US" altLang="ko-KR"/>
              <a:t>, </a:t>
            </a:r>
            <a:r>
              <a:rPr lang="ko-KR" altLang="en-US"/>
              <a:t>별도로 작성하셔도 무관</a:t>
            </a:r>
            <a:r>
              <a:rPr lang="en-US" altLang="ko-KR"/>
              <a:t>)</a:t>
            </a:r>
            <a:r>
              <a:rPr lang="ko-KR" altLang="en-US"/>
              <a:t>로 작성하세요</a:t>
            </a:r>
            <a:r>
              <a:rPr lang="en-US" altLang="ko-KR"/>
              <a:t>.</a:t>
            </a:r>
          </a:p>
          <a:p>
            <a:r>
              <a:rPr lang="ko-KR" altLang="en-US"/>
              <a:t>일반 게시물의 </a:t>
            </a:r>
            <a:r>
              <a:rPr lang="en-US" altLang="ko-KR"/>
              <a:t>code </a:t>
            </a:r>
            <a:r>
              <a:rPr lang="ko-KR" altLang="en-US"/>
              <a:t>값은 </a:t>
            </a:r>
            <a:r>
              <a:rPr lang="en-US" altLang="ko-KR"/>
              <a:t>1000</a:t>
            </a:r>
            <a:r>
              <a:rPr lang="ko-KR" altLang="en-US"/>
              <a:t>으로 강의때 사용했었고</a:t>
            </a:r>
            <a:r>
              <a:rPr lang="en-US" altLang="ko-KR"/>
              <a:t>, </a:t>
            </a:r>
            <a:r>
              <a:rPr lang="ko-KR" altLang="en-US"/>
              <a:t>겔러리 게시판의 </a:t>
            </a:r>
            <a:r>
              <a:rPr lang="en-US" altLang="ko-KR"/>
              <a:t>code </a:t>
            </a:r>
            <a:r>
              <a:rPr lang="ko-KR" altLang="en-US"/>
              <a:t>값은 </a:t>
            </a:r>
            <a:r>
              <a:rPr lang="en-US" altLang="ko-KR"/>
              <a:t>2000</a:t>
            </a:r>
            <a:r>
              <a:rPr lang="ko-KR" altLang="en-US"/>
              <a:t>으로 활용하세요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C146CB-B3C4-49EF-9C31-5100EF02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139" y="774743"/>
            <a:ext cx="5135631" cy="525384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9F47D749-BAFD-4DD0-AB2A-5DD9F4F06D09}"/>
              </a:ext>
            </a:extLst>
          </p:cNvPr>
          <p:cNvSpPr/>
          <p:nvPr/>
        </p:nvSpPr>
        <p:spPr>
          <a:xfrm>
            <a:off x="10688320" y="660400"/>
            <a:ext cx="670560" cy="5588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98006-94FE-4C47-9A82-9A6FC75592D6}"/>
              </a:ext>
            </a:extLst>
          </p:cNvPr>
          <p:cNvSpPr txBox="1"/>
          <p:nvPr/>
        </p:nvSpPr>
        <p:spPr>
          <a:xfrm>
            <a:off x="6705139" y="193885"/>
            <a:ext cx="151355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/>
              <a:t>갤러리 게시판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6CCF9DD-EE9C-44F7-9173-80EEA2AA957E}"/>
              </a:ext>
            </a:extLst>
          </p:cNvPr>
          <p:cNvCxnSpPr>
            <a:stCxn id="7" idx="3"/>
            <a:endCxn id="6" idx="2"/>
          </p:cNvCxnSpPr>
          <p:nvPr/>
        </p:nvCxnSpPr>
        <p:spPr>
          <a:xfrm>
            <a:off x="8218695" y="378551"/>
            <a:ext cx="2469625" cy="5612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48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92587B-3C98-437A-9A3E-D3B7C3EB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3700"/>
              <a:t>과제가 완료되면</a:t>
            </a:r>
            <a:r>
              <a:rPr lang="en-US" altLang="ko-KR" sz="3700"/>
              <a:t>…</a:t>
            </a:r>
            <a:endParaRPr lang="ko-KR" altLang="en-US" sz="37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D01CC-9259-4D50-BEE8-E3F1BB5F7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9851474" cy="3567118"/>
          </a:xfrm>
        </p:spPr>
        <p:txBody>
          <a:bodyPr anchor="t">
            <a:normAutofit/>
          </a:bodyPr>
          <a:lstStyle/>
          <a:p>
            <a:r>
              <a:rPr lang="ko-KR" altLang="en-US"/>
              <a:t>쿼리 </a:t>
            </a:r>
            <a:r>
              <a:rPr lang="en-US" altLang="ko-KR"/>
              <a:t>xml, BoardController.java 2</a:t>
            </a:r>
            <a:r>
              <a:rPr lang="ko-KR" altLang="en-US"/>
              <a:t>가지 파일을 제출하세요</a:t>
            </a:r>
            <a:r>
              <a:rPr lang="en-US" altLang="ko-KR"/>
              <a:t>.</a:t>
            </a:r>
          </a:p>
          <a:p>
            <a:r>
              <a:rPr lang="ko-KR" altLang="en-US"/>
              <a:t>만약 타임리프 코드가 변경되었다면 </a:t>
            </a:r>
            <a:r>
              <a:rPr lang="en-US" altLang="ko-KR"/>
              <a:t>gallery.html</a:t>
            </a:r>
            <a:r>
              <a:rPr lang="ko-KR" altLang="en-US"/>
              <a:t> 첨부 하세요</a:t>
            </a:r>
            <a:r>
              <a:rPr lang="en-US" altLang="ko-KR"/>
              <a:t>.</a:t>
            </a:r>
            <a:endParaRPr lang="ko-KR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912343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RegularSeed_2SEEDS">
      <a:dk1>
        <a:srgbClr val="000000"/>
      </a:dk1>
      <a:lt1>
        <a:srgbClr val="FFFFFF"/>
      </a:lt1>
      <a:dk2>
        <a:srgbClr val="1B2F30"/>
      </a:dk2>
      <a:lt2>
        <a:srgbClr val="F0F1F3"/>
      </a:lt2>
      <a:accent1>
        <a:srgbClr val="B8A014"/>
      </a:accent1>
      <a:accent2>
        <a:srgbClr val="E77C29"/>
      </a:accent2>
      <a:accent3>
        <a:srgbClr val="87AE1F"/>
      </a:accent3>
      <a:accent4>
        <a:srgbClr val="176ED5"/>
      </a:accent4>
      <a:accent5>
        <a:srgbClr val="383FE8"/>
      </a:accent5>
      <a:accent6>
        <a:srgbClr val="6521D7"/>
      </a:accent6>
      <a:hlink>
        <a:srgbClr val="3F52BF"/>
      </a:hlink>
      <a:folHlink>
        <a:srgbClr val="7F7F7F"/>
      </a:folHlink>
    </a:clrScheme>
    <a:fontScheme name="Walbaum Display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95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Microsoft GothicNeo</vt:lpstr>
      <vt:lpstr>Arial</vt:lpstr>
      <vt:lpstr>RegattaVTI</vt:lpstr>
      <vt:lpstr>최종 과제</vt:lpstr>
      <vt:lpstr>다음 이미지와 같이 갤러리 게시판을 완성하세요.</vt:lpstr>
      <vt:lpstr>과제가 완료되면…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 과제</dc:title>
  <dc:creator>최 종선</dc:creator>
  <cp:lastModifiedBy>최 종선</cp:lastModifiedBy>
  <cp:revision>1</cp:revision>
  <dcterms:created xsi:type="dcterms:W3CDTF">2022-01-24T05:43:37Z</dcterms:created>
  <dcterms:modified xsi:type="dcterms:W3CDTF">2022-01-24T05:55:02Z</dcterms:modified>
</cp:coreProperties>
</file>